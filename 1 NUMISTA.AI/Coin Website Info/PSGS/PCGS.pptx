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31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seaman" userId="6af8775946bee8a7" providerId="LiveId" clId="{25A2C3EE-BB59-413A-95F3-76EFCC5ADB47}"/>
    <pc:docChg chg="delSld modSld sldOrd">
      <pc:chgData name="eric seaman" userId="6af8775946bee8a7" providerId="LiveId" clId="{25A2C3EE-BB59-413A-95F3-76EFCC5ADB47}" dt="2026-04-11T16:04:26.583" v="11" actId="2696"/>
      <pc:docMkLst>
        <pc:docMk/>
      </pc:docMkLst>
      <pc:sldChg chg="del ord">
        <pc:chgData name="eric seaman" userId="6af8775946bee8a7" providerId="LiveId" clId="{25A2C3EE-BB59-413A-95F3-76EFCC5ADB47}" dt="2026-04-11T16:04:07.806" v="7" actId="2696"/>
        <pc:sldMkLst>
          <pc:docMk/>
          <pc:sldMk cId="3008788520" sldId="260"/>
        </pc:sldMkLst>
      </pc:sldChg>
      <pc:sldChg chg="addSp modSp mod ord">
        <pc:chgData name="eric seaman" userId="6af8775946bee8a7" providerId="LiveId" clId="{25A2C3EE-BB59-413A-95F3-76EFCC5ADB47}" dt="2026-04-11T16:03:58.716" v="6" actId="14100"/>
        <pc:sldMkLst>
          <pc:docMk/>
          <pc:sldMk cId="451798539" sldId="261"/>
        </pc:sldMkLst>
        <pc:picChg chg="add mod">
          <ac:chgData name="eric seaman" userId="6af8775946bee8a7" providerId="LiveId" clId="{25A2C3EE-BB59-413A-95F3-76EFCC5ADB47}" dt="2026-04-11T16:03:58.716" v="6" actId="14100"/>
          <ac:picMkLst>
            <pc:docMk/>
            <pc:sldMk cId="451798539" sldId="261"/>
            <ac:picMk id="5" creationId="{DA02B0AB-F6DB-1989-780D-9ABFBEBEB91D}"/>
          </ac:picMkLst>
        </pc:picChg>
      </pc:sldChg>
      <pc:sldChg chg="del ord">
        <pc:chgData name="eric seaman" userId="6af8775946bee8a7" providerId="LiveId" clId="{25A2C3EE-BB59-413A-95F3-76EFCC5ADB47}" dt="2026-04-11T16:04:17.247" v="10" actId="2696"/>
        <pc:sldMkLst>
          <pc:docMk/>
          <pc:sldMk cId="1919835561" sldId="262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3601134040" sldId="263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445039567" sldId="264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3164014550" sldId="265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3797675928" sldId="266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3687567260" sldId="267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2762651593" sldId="268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2275542924" sldId="269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3565502700" sldId="270"/>
        </pc:sldMkLst>
      </pc:sldChg>
      <pc:sldChg chg="del">
        <pc:chgData name="eric seaman" userId="6af8775946bee8a7" providerId="LiveId" clId="{25A2C3EE-BB59-413A-95F3-76EFCC5ADB47}" dt="2026-04-11T16:04:26.583" v="11" actId="2696"/>
        <pc:sldMkLst>
          <pc:docMk/>
          <pc:sldMk cId="3422290401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ADB6F-3207-258A-AEE9-A454687BA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58425-210D-0B14-D759-0445533B3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85978-B364-D17D-0BD7-DDA130240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E2C39-AC29-189D-3685-93DBBB12D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77EE9-5185-29FD-4847-FBA806BE1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8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5B82-B3AC-86A8-8574-1B6EC171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C272-99CF-021A-C9CD-004D04B4D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1F6E-52DE-37C5-6A39-DEC768A2B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50A0C-EBD9-C74A-AD15-8BE4B3F0B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FBBA-AC93-DFB9-5991-07430F5A3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8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4C881-8048-A944-C63D-7010CB494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D8C76-9BCD-3EF9-592E-0630B44D3D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D7DAA-CE99-05E5-DC0A-9A62D7C19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B47E0-C824-8B2E-C6CB-B8F60BD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710B6-9512-F600-5F78-7B4B1A7E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62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3B7A-9D8B-F2F8-B15F-AEE606103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E2943-2F11-7A85-1FF4-F10AC6815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6D138B-2A55-F2AB-F78D-91DE1EB5C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519EB-EB5D-B95A-68ED-8F577FE48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712C99-5443-2B39-6BB2-1103700D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6CC3A-DBF4-27FB-2340-EEF258919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9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BEA6C-0F41-34BD-5966-A5488C927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942869-06F1-7C64-8E4A-1CFE98E52C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30C17-AB7E-3C69-90A7-BAD2AFFCD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BD86DD-F1B6-1CE9-5115-1F7972124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976400-83C7-4A61-8AD3-AB18F1AD3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04D79-9CAA-0B90-AC93-3F9B1C3E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19810C-D526-22E2-296A-3725A7E2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DC94A-517A-44C2-4B7B-C411BCCE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741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EC822-85BE-4E5F-2B16-989D0EC5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98025-5095-D37A-EBFB-D1855A6AC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D6679F-EC48-3B66-7223-7B38FA6E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45E07-AFA6-2603-6FD2-D48BE1F53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04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66151-3440-A19C-386B-2ACF18591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10771-0062-293B-EDE7-5A3C3D4A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6CBB0-6CEF-E2C5-014E-EB21CF638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42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41D3-56AE-7089-0D09-8E201C38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F9A4A-73A1-BD77-9379-071B2E4A7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7C1D5-64AB-4E4C-5E76-13149C6E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2ABB82-064A-405F-A3C6-694ECB363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F6239-C364-FF59-E52B-F18F1467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C2800-6C48-2F5A-9B94-B91AA343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04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988EF-1D97-A180-46B3-5B5E63C4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4BEAD-140C-125F-240B-45EF3C974A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0C8E3-188E-5759-B952-52AE12D5D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F27EC-8ACB-8EE0-DEB6-8F2CD44B0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9FE59-BB2E-784C-A5A4-48B72638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C854C-28EC-A7DF-2959-31F18EDE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909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132C1-3DC5-76CE-7864-0226ADD17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AB91D-FD6E-C22C-6193-9CFC4014D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A3880-D6ED-8498-2BFF-AEF7472FF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D327B-0E9D-A8C2-B852-D22B0CCD2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3C7E8-338F-64C0-E31E-A3F3B2D5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86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AA2ADE-A2BB-4971-B1E3-F3FD7240A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96E66-FB1A-41E7-AC4B-00DF20589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61CFD-8D1A-36EE-9298-676CF9194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95051-C8C4-B23F-98D4-1E031B54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1D8EA-1EE6-7C39-092E-F4E35AAC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C68383-4B3A-FB60-0208-F458FF59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01540-A261-B5E5-3233-265C1651B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F1D22-A90D-0732-6E77-3C318F7BFE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D08DA-087C-4881-9B1A-B66D3BA162F7}" type="datetimeFigureOut">
              <a:rPr lang="en-US" smtClean="0"/>
              <a:t>4/11/2026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80A3F-F263-AB4A-52C5-3CEE741BF7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2D796-33A9-E6E5-9767-FC2956691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9FD646-D793-4EE5-8F18-175D98698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94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5C73-4D7D-65BB-155E-E2CC68484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3055D7-C2FC-1952-02C9-58ADD06934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1278B-78DE-72D4-7705-F7BDFE7DA5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73" y="345101"/>
            <a:ext cx="11510412" cy="611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E694A-D529-89A6-69C1-6E8F33884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9977D-2D1B-229A-21F4-763A5F3DAF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0A64FA-8C1A-6169-AEE3-FB8750E8C5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793C52-23E9-411F-7223-CA1651DF6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5" y="210841"/>
            <a:ext cx="12112354" cy="643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6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739FE-2A2C-3376-7B5F-7E3B2CC06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4C1F-DFD2-5BCE-ECD3-13873A407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2B246-B928-B8FC-D5E1-07235DF02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25CB7-B42A-C4B2-D68E-6118D82BE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84" y="294078"/>
            <a:ext cx="11891344" cy="631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08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23EF2-79D7-63E1-649B-3417C1665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51F8-763E-3916-69E7-09A4AF9421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FA783-E70F-A9D2-5A3E-031FE35D7F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02B0AB-F6DB-1989-780D-9ABFBEBEB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17" y="459832"/>
            <a:ext cx="11075104" cy="5883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98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7AC3F-FBEF-54E1-61E7-05A4CA90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EC759-A455-EA82-F999-A50E7929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7240" y="3052252"/>
            <a:ext cx="9144000" cy="2387600"/>
          </a:xfrm>
        </p:spPr>
        <p:txBody>
          <a:bodyPr>
            <a:noAutofit/>
          </a:bodyPr>
          <a:lstStyle/>
          <a:p>
            <a:br>
              <a:rPr lang="en-US" sz="1800" dirty="0"/>
            </a:br>
            <a:r>
              <a:rPr lang="en-US" sz="2400" dirty="0"/>
              <a:t>PCGS: </a:t>
            </a:r>
            <a:br>
              <a:rPr lang="en-US" sz="2400" dirty="0"/>
            </a:br>
            <a:r>
              <a:rPr lang="en-US" sz="2400" dirty="0"/>
              <a:t>email: eric@numista.ai</a:t>
            </a:r>
            <a:br>
              <a:rPr lang="en-US" sz="2400" dirty="0"/>
            </a:br>
            <a:r>
              <a:rPr lang="en-US" sz="2400" dirty="0"/>
              <a:t>PW: Ericds#112026LFG!</a:t>
            </a:r>
            <a:br>
              <a:rPr lang="en-US" sz="2400" dirty="0"/>
            </a:br>
            <a:r>
              <a:rPr lang="en-US" sz="2400" dirty="0"/>
              <a:t>Access Token:</a:t>
            </a:r>
            <a:br>
              <a:rPr lang="en-US" sz="2400" dirty="0"/>
            </a:br>
            <a:r>
              <a:rPr lang="en-US" sz="2400" dirty="0"/>
              <a:t>tU56-IBVC1cGev49sDwUSDh9Fketad2hM3NQ3zgrbYhAgPNTsDjH1ExHdZDtO8HmdQlgUGFpoCPcClq-EwYtXkBEYtRXT966t3jZaJha2vtYX6eSGJw7BsB4-xZJ3e6l2VIaO5ffITDpq3_uodH9BH2flSCJNi88dadsO4QzDWA7tGQo5ljnK7Q3qbq3rzm8C6GKCI0P5WHi7BMfHzbX7YaDcbk7XsEu3IYyTGnK6kHl0hU6t0by_uDqmI7PzHi6fx2zLq2Zhin2oQP-1fNn6yj0F0g38E3h9tu5eYcPrK7csqIm</a:t>
            </a:r>
            <a:br>
              <a:rPr lang="en-US" sz="2400" dirty="0"/>
            </a:b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90745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 PCGS:  email: eric@numista.ai PW: Ericds#112026LFG! Access Token: tU56-IBVC1cGev49sDwUSDh9Fketad2hM3NQ3zgrbYhAgPNTsDjH1ExHdZDtO8HmdQlgUGFpoCPcClq-EwYtXkBEYtRXT966t3jZaJha2vtYX6eSGJw7BsB4-xZJ3e6l2VIaO5ffITDpq3_uodH9BH2flSCJNi88dadsO4QzDWA7tGQo5ljnK7Q3qbq3rzm8C6GKCI0P5WHi7BMfHzbX7YaDcbk7XsEu3IYyTGnK6kHl0hU6t0by_uDqmI7PzHi6fx2zLq2Zhin2oQP-1fNn6yj0F0g38E3h9tu5eYcPrK7csqI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seaman</dc:creator>
  <cp:lastModifiedBy>eric seaman</cp:lastModifiedBy>
  <cp:revision>2</cp:revision>
  <dcterms:created xsi:type="dcterms:W3CDTF">2026-04-11T15:59:43Z</dcterms:created>
  <dcterms:modified xsi:type="dcterms:W3CDTF">2026-04-11T16:04:28Z</dcterms:modified>
</cp:coreProperties>
</file>