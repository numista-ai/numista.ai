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-24" y="-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E070-45DF-545A-6C12-DD036BDE2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90AF3-7988-686E-9942-6EF5638BE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A6247-80B7-AA3E-2C60-13F6790D3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B0F6D-ACCE-5823-A572-DE9A1367B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05FFC-11E8-F150-5BF3-2180FFA6D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71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5FF0-0C2D-C532-A810-E4AE6AA1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A74AB-452F-35B4-0A19-99DD84D83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9B06-9DAE-FF94-2DBE-74005321A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913E1-D663-6EA1-0F77-19083419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4DD60-7F47-8785-560A-BE3E6BFDF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36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2D82-B4B4-1AB5-946F-6165CAB0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7FDA-CB31-B69F-F3C9-89FA63B37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98B4C-8AE0-90F1-DFEA-4BC185F3F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9B9-CD4D-EBBA-BA23-FE22EEAEE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458C6-CA9F-8D34-B8BC-57029884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9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2C1D-DBF6-22E8-E4FB-E04096873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0197-DDD6-AAE3-ABF1-60F22AB54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C9170-4F51-CC33-0627-157FE376B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98782-57E8-31E2-8DCE-2420578A1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DA4A3-DB71-2E3F-3609-7485BDC4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F0889-0191-3BAD-C6E6-68C07DA19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26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9156-1D2E-B961-BD38-AE22B7156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26417-99E5-F186-8E0A-8E12D1DD7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ACC96-8D39-2069-BA14-E8E5093E7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5A8C88-8087-6BBD-4415-63163B186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BF57E0-721A-534F-D89C-B633E33AC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B608-BB1A-9701-E362-5C3E4DA8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81C5E-6708-4B1F-209E-DBFFAB83B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03961-B1A8-10B9-F2B4-205136C9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91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4914-6719-A177-657E-45685F9C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F85088-2BFC-0759-BCDB-18B8404DF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BCE661-AB0E-29EF-7DB3-491761BC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76878-DBF7-1385-553E-E1420503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49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B1FA1-6FE1-9A7E-CE8A-6459EDB33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0053C-B373-FC7B-6BF0-9210004B4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D3113-3508-42F7-997D-5E3DBDE3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FA252-9622-8F98-4815-2CB5770C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B6132-29D8-2A22-F372-3637F67F9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4648D-5116-5486-0F4B-7546997EA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899AC-5D99-8186-7B7B-0BF19C0D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9C71C-BEDD-2BBE-7291-AA5B9A2C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E07E5-8F97-A738-EB0B-295C51CC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68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010B-2BC2-C351-517D-CDD74A82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CCFF7D-601F-6371-DEAD-B24778FAA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524C7-6B58-08B2-3329-772BB84A0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E21E7-966D-65CB-72AF-891FAA3A5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83396-7F6B-37A3-2D39-AD1BAE445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6CCA5-9815-F433-819C-77631470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74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E8A8-29C8-8225-42ED-92C42ED9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A2E43-0C23-4E5A-E5D8-4CCCB19D6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40EDD-0B60-5F0A-5BCD-18015FA4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582E3-E491-3E60-C695-33C89BD8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EC3EE-3FA6-D004-858B-27F180CA0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CAE884-BF42-B96B-E6E0-F3F477FD8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FD40A-7AB2-4115-E3B7-F22535EE6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C1D87-7922-3DD2-44D4-96D24686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3AEA8-31A6-5B79-59F3-6DD0D5B42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4B396-9ECE-7674-FD0B-32657484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34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997D75-EA15-655A-53EB-5553E413B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76C59-1237-0A62-B67E-3A7A2468A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530A-FB3C-3952-C1CA-D60984B88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84631-D9FC-425A-9CDC-0017149C5670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A3FF0-9C17-DA39-3D64-1E00ED95F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B351C-DC3B-B974-7F06-C6E39672D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1EEA6-2A82-448F-BB87-C2081C44C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1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17C2-92FC-C364-B281-63AEE705C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465A0-ABCA-0529-A937-5537252104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3041A-4569-EFB7-CAE3-D5345021FE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3BE7B-E89F-9E70-7F7B-19CCBCF88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2" y="0"/>
            <a:ext cx="11550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46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900AF-FA9E-ED27-ACF0-25B51D7A3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27BE8-39D3-47C4-1343-B8594C4038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4EB5A-3474-F04C-E847-EBDD7B3B10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F08335-0226-0E0F-0BB5-475701658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2" y="0"/>
            <a:ext cx="11550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73542-A1B3-7588-6AB2-63523DA37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9B1E2-175D-5E2E-31CE-7E2A996B8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AF8AE-F8C4-C159-DD1D-CE97E8E99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194E7-6362-A1EC-5090-57B39CD7F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2" y="0"/>
            <a:ext cx="11550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91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EE0B-7240-6BE2-52C7-A04766B2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A0D26-B48A-3F91-0F24-4B99D85A6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C1617-50CF-58C2-C685-50029C696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462A4-08C0-71C0-3F34-8C7CF49EF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2" y="0"/>
            <a:ext cx="11550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05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74E3-DA69-74EA-5C34-3BF3649A4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13F1-3E0B-71AF-AABB-CC45728765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C99C7-E512-6081-ED85-5B2E6664D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B6629-D086-ABEE-BF6C-AE53364BA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2" y="0"/>
            <a:ext cx="11550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63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43592-0B92-B717-69E3-8D5368D6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B4F6C-92F7-AAE9-D609-49267975B1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09936-E33F-4BBF-96D3-5262E745A2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D574FB-57AA-609F-9970-9159D5982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2" y="0"/>
            <a:ext cx="11550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3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3EBD1-B38C-8AD5-0162-2D0B3644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E81C8-A8A5-17B5-FF9E-DA6322A9DF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77778-64DC-3417-71CB-98EE959197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4FC09-D9EC-2DEF-E1F4-74AD05D97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2" y="0"/>
            <a:ext cx="11550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74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55E65-CCC5-96A5-0960-08336D802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4BCCB-0EA6-94FC-981A-FE13ABB73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A8089-C02D-839B-8681-84E9E9E269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26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F7F5C-D4A5-2B79-2711-7CB05B7AC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3790-741B-E94F-4D30-08D725903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DB257-6242-58CA-4705-DCCAF3C708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85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A67A-D465-0AC9-9558-054B9196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6EAA-19AA-3F14-589B-53EB7BC4A6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29CCA-DF0E-7740-4C37-BDAED4CF47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81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9270D-B1C5-4545-BA3E-94A115BF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C2EFF-6B95-116E-514E-E746FB3E30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212EC-C5B4-98A8-9574-1C6F3808B0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31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98A52-F596-BEDD-4314-24BA423EC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C6AE-3ACE-79AA-17D6-F5C188341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ED844-5CAF-B7D7-0B94-CF4E54FDB5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06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seaman</dc:creator>
  <cp:lastModifiedBy>eric seaman</cp:lastModifiedBy>
  <cp:revision>4</cp:revision>
  <dcterms:created xsi:type="dcterms:W3CDTF">2026-06-27T19:01:01Z</dcterms:created>
  <dcterms:modified xsi:type="dcterms:W3CDTF">2026-06-27T20:45:02Z</dcterms:modified>
</cp:coreProperties>
</file>