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E070-45DF-545A-6C12-DD036BDE2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90AF3-7988-686E-9942-6EF5638BE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A6247-80B7-AA3E-2C60-13F6790D3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B0F6D-ACCE-5823-A572-DE9A1367B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05FFC-11E8-F150-5BF3-2180FFA6D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71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5FF0-0C2D-C532-A810-E4AE6AA1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A74AB-452F-35B4-0A19-99DD84D83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9B06-9DAE-FF94-2DBE-74005321A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913E1-D663-6EA1-0F77-19083419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4DD60-7F47-8785-560A-BE3E6BFDF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36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2D82-B4B4-1AB5-946F-6165CAB0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7FDA-CB31-B69F-F3C9-89FA63B37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98B4C-8AE0-90F1-DFEA-4BC185F3F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9B9-CD4D-EBBA-BA23-FE22EEAEE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458C6-CA9F-8D34-B8BC-57029884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9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2C1D-DBF6-22E8-E4FB-E04096873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0197-DDD6-AAE3-ABF1-60F22AB54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C9170-4F51-CC33-0627-157FE376B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98782-57E8-31E2-8DCE-2420578A1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DA4A3-DB71-2E3F-3609-7485BDC4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F0889-0191-3BAD-C6E6-68C07DA19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26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9156-1D2E-B961-BD38-AE22B7156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26417-99E5-F186-8E0A-8E12D1DD7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ACC96-8D39-2069-BA14-E8E5093E7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5A8C88-8087-6BBD-4415-63163B186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BF57E0-721A-534F-D89C-B633E33AC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B608-BB1A-9701-E362-5C3E4DA8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81C5E-6708-4B1F-209E-DBFFAB83B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03961-B1A8-10B9-F2B4-205136C9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91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4914-6719-A177-657E-45685F9C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F85088-2BFC-0759-BCDB-18B8404DF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BCE661-AB0E-29EF-7DB3-491761BC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76878-DBF7-1385-553E-E1420503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49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B1FA1-6FE1-9A7E-CE8A-6459EDB33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0053C-B373-FC7B-6BF0-9210004B4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D3113-3508-42F7-997D-5E3DBDE3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FA252-9622-8F98-4815-2CB5770C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B6132-29D8-2A22-F372-3637F67F9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4648D-5116-5486-0F4B-7546997EA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899AC-5D99-8186-7B7B-0BF19C0D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9C71C-BEDD-2BBE-7291-AA5B9A2C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E07E5-8F97-A738-EB0B-295C51CC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68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010B-2BC2-C351-517D-CDD74A82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CCFF7D-601F-6371-DEAD-B24778FAA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524C7-6B58-08B2-3329-772BB84A0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E21E7-966D-65CB-72AF-891FAA3A5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83396-7F6B-37A3-2D39-AD1BAE445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6CCA5-9815-F433-819C-77631470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74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E8A8-29C8-8225-42ED-92C42ED9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A2E43-0C23-4E5A-E5D8-4CCCB19D6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40EDD-0B60-5F0A-5BCD-18015FA4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582E3-E491-3E60-C695-33C89BD8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EC3EE-3FA6-D004-858B-27F180CA0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CAE884-BF42-B96B-E6E0-F3F477FD8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FD40A-7AB2-4115-E3B7-F22535EE6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C1D87-7922-3DD2-44D4-96D24686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3AEA8-31A6-5B79-59F3-6DD0D5B42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4B396-9ECE-7674-FD0B-32657484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34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997D75-EA15-655A-53EB-5553E413B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76C59-1237-0A62-B67E-3A7A2468A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530A-FB3C-3952-C1CA-D60984B88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A3FF0-9C17-DA39-3D64-1E00ED95F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B351C-DC3B-B974-7F06-C6E39672D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1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343E-0350-B26B-072A-D3CF947D80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E79CE-2A73-0657-218A-F789046224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6D0DA-EF1D-0F5E-15CA-76BB6DAD2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60" y="112824"/>
            <a:ext cx="11587615" cy="615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15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C64C-E05F-7C9B-AF5B-A3B49A3E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4A55-2796-7B71-2D02-A8CDC266B2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28719-B413-BF9F-91DF-B9EDCB61AF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01A86D-236C-286F-9BF6-A8446745F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03" y="278477"/>
            <a:ext cx="11970326" cy="635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7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D41F2-53DD-CA91-CD71-9D17BD94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1D72-AE74-F750-0DEE-66DA23638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9D217-3C55-C86A-826A-CECC010845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3CC71B-3206-0A38-7966-6A34B9D54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0" y="241069"/>
            <a:ext cx="11829500" cy="628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90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118E1-3021-3084-0362-28A3F173C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B966-A02D-18AB-A6A0-15C248B72A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62775-1EDC-8715-70E8-97321E323D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86D5D-FDFC-4C6A-77C9-E1279B0E2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02" y="347272"/>
            <a:ext cx="11699999" cy="621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3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870D-E6FD-2361-9576-5DC0638E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1511A-4DAC-A09A-6C68-39F51440B0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B8562-81EB-F447-B8FF-1D5E592CE4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4946F-5BC0-B722-2331-2FFA9DD33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32" y="266007"/>
            <a:ext cx="11712144" cy="622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9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609F-46AD-9DA2-D189-A64B3B98F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17362-3136-6DA8-DCFD-010A5C7906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2EC15-E27A-3DCB-D856-60909E8E92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A0F36-CDC2-7727-3947-6AA4BD6DA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8" y="216131"/>
            <a:ext cx="11880516" cy="631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472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0312-EEB3-31AD-1559-26D8530B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07E15-90EB-B0E3-C3DB-87B1206F07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CA683-FDE6-9038-9B2F-9555E8230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5412F0-0A14-4E16-0E6C-B22A53AB7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32" y="266007"/>
            <a:ext cx="11674410" cy="620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39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04928-15BA-97ED-9817-5DF22D921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47B6C-ABC2-CFD1-C42A-16340DACF4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B8FC8-D233-3633-E128-0FF671B37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6B2B9-83F9-40E1-8C31-F518BD0DB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74" y="290945"/>
            <a:ext cx="11540022" cy="613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0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BD04B-700D-2746-4668-F2F596D84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796A-C6FD-AAB9-BE54-F261D9976D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B60AB-AFA5-B8B1-E5DD-AC2CDFE817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9A2A0-A239-AFCD-CA7B-3EB0921CB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2" y="299258"/>
            <a:ext cx="11466347" cy="609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20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C397-6ADB-009D-87C9-5397B7AC5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C3F9-5F94-5ED7-693A-A118C51A94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24DE8-73CB-CACD-C1FD-6A7AAEE794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6DB142-1A45-5C82-DE51-2C7407BFD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6" y="253540"/>
            <a:ext cx="11837318" cy="628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96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414E-B46B-F40B-515A-3FEA6C81A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F815-C75B-610B-846E-3C813D50D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E5DC6-3C19-8DFD-7DD0-4741CE456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9D90DF-E590-AE4C-B7F3-7551B3CC2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46" y="303415"/>
            <a:ext cx="11146795" cy="592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34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FBDB1-489E-0F54-CACB-40B303A14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6A5F-EE36-48E7-9AC0-627A6FEE72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F14E24-67EA-0282-4191-92E91FC2D9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B1389-6CEA-091B-61FF-68D850230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92" y="311727"/>
            <a:ext cx="11679789" cy="620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09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BC5BE-3752-45AF-42C0-1A918B34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619B-E6AB-27BC-F4A4-088D1CC1A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C4A62-4DA2-AD60-90CB-A56B1BFB7E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BCF3C-E9C7-F829-5613-631C129D0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0" y="274321"/>
            <a:ext cx="11821673" cy="628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7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B224-3892-DACB-2EB6-377AB8CE7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D1F7-0D4A-8841-620D-6370F92F6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EEB62-4D31-EE0D-F558-466B2BE5A4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9AEE6-10AA-941E-2987-6BEAD8535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74" y="290945"/>
            <a:ext cx="11884267" cy="631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53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88F6E-3667-9232-71E0-7468CC29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B32D-4AA5-4690-A2B7-D1F770BE5E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BB966-FF43-C3BD-BEDB-3A72D374D7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6572C-B92F-7810-10AA-A8A6769BC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1" y="220287"/>
            <a:ext cx="12032918" cy="6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784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EF4E-8A21-1B45-1FF0-32C52E21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01E1-678F-D46B-FBA8-5EFBAAB7C4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6BA57-F5ED-8EE7-B861-CB31A5ED90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9954B-987D-3A47-B3D5-613DE8771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" y="191193"/>
            <a:ext cx="12052149" cy="640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92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B3AF-7A8A-D155-6834-0B858C634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B8D32-8EA6-FE4B-7C89-1880A95195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8EEF5-97CB-FC7A-1F1E-0F7261C726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12F00-AC82-C57C-8611-C74952CC3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38" y="249383"/>
            <a:ext cx="12111152" cy="64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587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6DC69-E932-B542-FFCD-734A33BD3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28EA-42FB-DDC0-1FE6-9067C8D959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13D52E-3442-B1A8-9E52-E70E51193C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42A639-3D59-4A8B-6E7A-250B49295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" y="199505"/>
            <a:ext cx="12197215" cy="647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053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211BF-3BA9-C121-0346-E2F6577CA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A2CF0-E1D5-3969-7B70-4588D5E6C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2F267-7C1B-5828-D441-939B75ED06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4A2FC-B211-C5A0-C660-BAD9E1C5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" y="195349"/>
            <a:ext cx="12197215" cy="647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94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17C2-92FC-C364-B281-63AEE705C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465A0-ABCA-0529-A937-5537252104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3041A-4569-EFB7-CAE3-D5345021FE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46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900AF-FA9E-ED27-ACF0-25B51D7A3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27BE8-39D3-47C4-1343-B8594C4038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4EB5A-3474-F04C-E847-EBDD7B3B10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0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73542-A1B3-7588-6AB2-63523DA37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9B1E2-175D-5E2E-31CE-7E2A996B8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AF8AE-F8C4-C159-DD1D-CE97E8E99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91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seaman</dc:creator>
  <cp:lastModifiedBy>eric seaman</cp:lastModifiedBy>
  <cp:revision>3</cp:revision>
  <dcterms:created xsi:type="dcterms:W3CDTF">2026-06-27T19:01:01Z</dcterms:created>
  <dcterms:modified xsi:type="dcterms:W3CDTF">2026-06-27T21:00:38Z</dcterms:modified>
</cp:coreProperties>
</file>