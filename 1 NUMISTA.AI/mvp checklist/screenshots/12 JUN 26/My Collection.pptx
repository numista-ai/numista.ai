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589B-7DE3-DF00-E38B-F238DB4F2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C7EAA-F48E-B9C1-8CE2-036A895F6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3CE53-ADD0-43D4-24DC-1C68124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58718-B510-3A03-8E2D-CBE08F5B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24C54-C2F5-9CB2-2B22-2C5F3DC8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6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BE79-66BC-321D-CFFB-52ACD82B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82E1-0E63-9615-7280-35D7F930C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4D830-E8C9-810A-1297-1A6F8B36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911F-FD0D-CE46-045F-EF596952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2BDB6-1D41-5EED-2E65-7C005AE9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3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0BB6-D0B3-D4B3-6E60-2EAC994D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722D0-C5CF-2F2D-5096-CE4566549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9447-284E-4535-E05F-A6FE7372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472F1-307B-4EBD-74BA-05EBD662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EF7EC-8616-945F-F9D0-F931AE1C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03867-8511-A649-5883-ABD9642D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50CC-C92A-34BB-435D-5CBF0BAC2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4199F-2B81-B193-FC3E-CD604AFFA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043E4-66A6-DBEE-EE24-28B98BE6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19FA6-D1F9-B96A-0B4D-0EC1AD4D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C3F67-1F33-61DD-309A-703A73A00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7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790B-ECD6-88B5-C54B-8575E069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5A795-9FEB-6254-DA90-1EFA26540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20A08-CAD5-2F06-4AFB-1BB03D2CA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ECBA9-CEEF-0B5B-2044-0229A582D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0FACA-813C-104D-6A23-8B0EB5232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EC66DA-43DE-3FB7-2762-B5324546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6003E3-0865-5914-67CE-497ADEE2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E7AA1-1D49-7AFA-0176-7944C484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7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6612-DDCD-DCCD-1ECC-4453427E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186F6-082F-AD1F-2F25-1CE46A45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84C49-1382-AF03-2D8A-5888BB879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24711-BD9B-7463-3506-A39CCC1D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8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BBD5F-381F-EC06-8529-8D8AA452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4B26C-9367-7420-63F4-EC968475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194BA-040B-1567-A4E5-57B4AB29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1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0A30-43ED-A3A8-1F8C-B809EB8D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452B6-D691-7387-6D19-8555AE28F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710FF-964B-579E-28B6-B33C8A8E8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73EF-7A5C-74F4-0EEC-09740EB2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E763D-E1C4-EE52-72F0-255F3CC8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4F3F6-F083-94A2-ED5B-E1E5A504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32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CF55-5673-B34F-725C-81EDB1C0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38126-C32D-5D7A-72BF-9A0769DB5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C9C8E-7678-5CBA-27CE-DAB47C809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8AC09-AFDF-4BA0-04BA-249949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24158-BC68-6834-E8BA-61D76334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EE38E-C0D5-86B1-B904-46360604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8BC8E-C299-A54D-CC04-D584975A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B07DE-7FBC-0968-04D9-9298B05D6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898D6-2FFA-1554-3757-52B6AA2E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62993-6740-7FB9-AABE-7BCB0DD7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21A8B-32BE-785C-48A7-BF868F71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3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D5712-5F51-E109-9D76-A60083D14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1FD8A-1362-E217-FD7C-41975E34C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6163-D2C3-ABAE-FC9C-5375B29B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EB738-8271-B727-F9DC-3651EEA3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2E629-F120-AD2B-1FCC-18C53BA9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8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D054A-EDFD-D330-210E-4960EA79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41EE4-9FAC-B71F-2175-F71AD96E6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A2036-0F17-AE0E-987C-9C3AC7A1B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4156B-E14D-4140-BE66-0661BC9B737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E3C1-AFD4-77AD-760F-845EBFC45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DDFF9-2892-5128-2E28-F5F5B02CB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BBD9E-38E4-4930-8CDA-5D0AF819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2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E937-6F80-7071-C453-AB61AF0010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282CD-FE1B-407C-FB6F-7B2C28C389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78C5C-DCF8-3BC4-852B-19B3464BA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68" y="394855"/>
            <a:ext cx="11759085" cy="624701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1A4C6CC-74FF-4838-E864-C6D857D0A403}"/>
              </a:ext>
            </a:extLst>
          </p:cNvPr>
          <p:cNvSpPr/>
          <p:nvPr/>
        </p:nvSpPr>
        <p:spPr>
          <a:xfrm rot="10800000">
            <a:off x="4912821" y="2572789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0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EBEF-E3A1-712C-AEF1-CE2F5371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F176-A165-46F4-C72D-A34B6BB621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AF8B7-E4CA-2DA7-7309-1602BBB290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0D731-2126-E3EB-1A91-B674AAA80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68" y="394855"/>
            <a:ext cx="11759085" cy="6247014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DD7836A-3B37-2667-A0A8-D82CFD81D2BA}"/>
              </a:ext>
            </a:extLst>
          </p:cNvPr>
          <p:cNvCxnSpPr/>
          <p:nvPr/>
        </p:nvCxnSpPr>
        <p:spPr>
          <a:xfrm rot="10800000" flipV="1">
            <a:off x="4339244" y="2306782"/>
            <a:ext cx="3453938" cy="203662"/>
          </a:xfrm>
          <a:prstGeom prst="bentConnector3">
            <a:avLst>
              <a:gd name="adj1" fmla="val 662"/>
            </a:avLst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3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seaman</dc:creator>
  <cp:lastModifiedBy>eric seaman</cp:lastModifiedBy>
  <cp:revision>2</cp:revision>
  <dcterms:created xsi:type="dcterms:W3CDTF">2026-06-12T12:56:44Z</dcterms:created>
  <dcterms:modified xsi:type="dcterms:W3CDTF">2026-06-12T13:46:44Z</dcterms:modified>
</cp:coreProperties>
</file>